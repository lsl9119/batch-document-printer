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幻灯片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WPS 演示打印测试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幻灯片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WPS 演示打印测试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幻灯片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WPS 演示打印测试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